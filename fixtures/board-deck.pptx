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2"/>
  </p:sldIdLst>
  <p:sldSz cx="12192000" cy="6858000"/>
</p:presentation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1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 xml:space="preserve">Follow up with Priya </a:t>
            </a:r>
            <a:r>
              <a:t xml:space="preserve">Natarajan on (415) 555-0199 before Friday.</a:t>
            </a:r>
          </a:p>
        </p:txBody>
      </p:sp>
    </p:spTree>
  </p:cSld>
</p:notes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cNvPr id="2" name="Title"/>
          <p:cNvSpPr/>
          <p:nvPr>
            <p:ph type="title"/>
          </p:nvPr>
        </p:nvSpPr>
        <p:txBody>
          <a:bodyPr/>
          <a:p>
            <a:r>
              <a:t>Priya</a:t>
            </a:r>
            <a:r>
              <a:t xml:space="preserve"> Natarajan</a:t>
            </a:r>
          </a:p>
        </p:txBody>
      </p:sp>
      <p:sp>
        <p:nvSpPr>
          <p:cNvPr id="3" name="Subtitle"/>
          <p:cNvSpPr/>
          <p:nvPr/>
        </p:nvSpPr>
        <p:txBody>
          <a:bodyPr/>
          <a:p>
            <a:r>
              <a:t>Q1 hiring review — confidential</a:t>
            </a:r>
          </a:p>
        </p:txBody>
      </p:sp>
      <p:graphicFrame>
        <a:graphic>
          <a:graphicData>
            <a:tbl>
              <a:tr h="370840">
                <a:tc>
                  <a:txBody>
                    <a:bodyPr/>
                    <a:p>
                      <a:r>
                        <a:t xml:space="preserve">Full Name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Email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Phone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Department</a:t>
                      </a:r>
                    </a:p>
                  </a:txBody>
                </a:tc>
              </a:tr>
              <a:tr h="370840">
                <a:tc>
                  <a:txBody>
                    <a:bodyPr/>
                    <a:p>
                      <a:r>
                        <a:t xml:space="preserve">Diego </a:t>
                      </a:r>
                      <a:r>
                        <a:t xml:space="preserve">Marques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diego.marques@</a:t>
                      </a:r>
                      <a:r>
                        <a:t xml:space="preserve">contoso.example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+1 (415) 555-0142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Finance</a:t>
                      </a:r>
                    </a:p>
                  </a:txBody>
                </a:tc>
              </a:tr>
              <a:tr h="370840">
                <a:tc>
                  <a:txBody>
                    <a:bodyPr/>
                    <a:p>
                      <a:r>
                        <a:t xml:space="preserve">Amara Okafor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amara.okafor@contoso.example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+44 20 7946 0123</a:t>
                      </a:r>
                    </a:p>
                  </a:txBody>
                </a:tc>
                <a:tc>
                  <a:txBody>
                    <a:bodyPr/>
                    <a:p>
                      <a:r>
                        <a:t xml:space="preserve">Engineering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docProps/app.xml><?xml version="1.0" encoding="utf-8"?>
<Properties xmlns="http://schemas.openxmlformats.org/officeDocument/2006/extended-properties">
  <Company>Contoso</Company>
  <Manager>Amara Okafor</Manager>
</Properties>
</file>

<file path=docProps/core.xml><?xml version="1.0" encoding="utf-8"?>
<cp:coreProperties xmlns:cp="http://schemas.openxmlformats.org/package/2006/metadata/core-properties" xmlns:dc="http://purl.org/dc/elements/1.1/">
  <dc:title>Q1 hiring review</dc:title>
  <dc:creator>Priya Natarajan</dc:creator>
  <cp:lastModifiedBy>Diego Marques</cp:lastModifiedBy>
</cp:coreProperties>
</file>