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Follow up with Priya Natarajan on (415) 555-0199 before Friday.</a:t>
            </a:r>
          </a:p>
        </p:txBody>
      </p:sp>
    </p:spTree>
  </p:cSld>
</p:note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p>
            <a:r>
              <a:t>Priya Natarajan</a:t>
            </a:r>
          </a:p>
        </p:txBody>
      </p:sp>
      <p:sp>
        <p:nvSpPr>
          <p:cNvPr id="3" name="Subtitle"/>
          <p:cNvSpPr/>
          <p:nvPr/>
        </p:nvSpPr>
        <p:txBody>
          <a:bodyPr/>
          <a:p>
            <a:r>
              <a:t>Q1 hiring review — confidential</a:t>
            </a:r>
          </a:p>
        </p:txBody>
      </p:sp>
      <p:graphicFrame>
        <a:graphic>
          <a:graphicData>
            <a:tbl>
              <a:tr h="370840">
                <a:tc>
                  <a:txBody>
                    <a:bodyPr/>
                    <a:p>
                      <a:r>
                        <a:t>Full Name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Email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Phone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Department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t>Diego Marques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diego.marques@contoso.example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+1 (415) 555-0142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Finance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t>Amara Okafor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amara.okafor@contoso.example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+44 20 7946 0123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Engineering</a:t>
                      </a:r>
                    </a:p>
                  </a:txBody>
                </a:tc>
              </a:tr>
            </a:tbl>
          </a:graphicData>
        </a:graphic>
      </p:graphicFrame>
    </p:spTree>
  </p:cSld>
</p:sld>
</file>